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is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C8E99-BAF4-4CFF-91E0-51DFB5010C77}" v="5" dt="2026-04-07T05:51:23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49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9677" y="1364813"/>
            <a:ext cx="6470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Tourism Planning App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72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smart console-based application designed to simplify travel planning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452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Helps users organize complete trip details in one place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63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using core concepts of Data Structures in 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81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Implements real-world features like: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99434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Destination suggestions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Budget planning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Travel &amp; stay recommendations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5018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connects theoretical concepts with practical real-life usage</a:t>
            </a:r>
            <a:endParaRPr lang="en-US" sz="175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A30466-A981-9192-1C59-B1FBBF119C9F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93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17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Planning a trip manually involves multiple challenges: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69845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Difficulty in choosing the right destination for the season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Managing budget, accommodation, and travel costs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Finding best attractions and local food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Creating a proper day-by-day itinerary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Lack of a single platform to organize all details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 a result: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74744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 is wasted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Planning becomes confusing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Important places may be missed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70771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Solution: A structured system that stores, manages, and suggests travel plans efficiently.</a:t>
            </a:r>
            <a:endParaRPr lang="en-US" sz="17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DEE383-D4B2-4EAE-DF51-6D737F5CFE66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3781"/>
            <a:ext cx="66704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Real-world Application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61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has practical real-world usage: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54241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Helps students and solo travelers plan trips easily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Useful for budget travelers who want cost control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assist small travel agencies in managing clients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Real-life scenario: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user wants to travel in summer → system suggests cool destinations like Ooty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74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Provides: Attractions, Food, Budget and Travel options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1927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be extended into: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Mobile travel apps, Booking platforms and AI-based tourism systems</a:t>
            </a:r>
            <a:endParaRPr lang="en-US" sz="17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15AC4-4798-C807-3FED-0FBE67DDC246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445" y="781169"/>
            <a:ext cx="5092660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Structure Used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0445" y="1477089"/>
            <a:ext cx="4002762" cy="500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Linked List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00445" y="2242185"/>
            <a:ext cx="1322951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dynamic data structure where each node stores: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0445" y="2742128"/>
            <a:ext cx="13229511" cy="211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Destination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Attractions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Food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Budget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6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Travel plan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0445" y="5057775"/>
            <a:ext cx="1322951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Linked List?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0445" y="5557718"/>
            <a:ext cx="13229511" cy="139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fixed size → can store unlimited destinations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Easy to Add new destinations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Delete unwanted ones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 memory usage compared to arrays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0445" y="7147084"/>
            <a:ext cx="1322951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destination is connected using pointers forming a chain-like structure.</a:t>
            </a:r>
            <a:endParaRPr lang="en-US" sz="155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24C98D-27B6-C3DB-B40F-5AF67278F41C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58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System Design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648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Overall Working: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082885"/>
            <a:ext cx="75564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interacts with menu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Selects an operation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Corresponding function is executed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is stored/modified in linked list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 is displayed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69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Features: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Menu-driven interface, Modular structure (functions) and User-friendly interaction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50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Ensures smooth flow between user input and system output.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5376" y="961787"/>
            <a:ext cx="4499848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Algorithm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05376" y="1809750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Destination: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5376" y="2228612"/>
            <a:ext cx="12419648" cy="87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Allocate memory using malloc()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 user input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Insert node into linked list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5376" y="3263741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5376" y="3682603"/>
            <a:ext cx="12419648" cy="56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Traverse from head to end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Print all destination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5376" y="4409599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Update: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5376" y="4828461"/>
            <a:ext cx="12419648" cy="56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 destination using name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Modify required fields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5376" y="5555456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Delete: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5376" y="5974318"/>
            <a:ext cx="12419648" cy="87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Locate node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Adjust links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 memory using free()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5376" y="7009448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Ensures efficient and dynamic data handling.</a:t>
            </a:r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A0F8D4-2C6F-AB3C-DD1B-478DF6C4B1B5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6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Implementation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0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Technologies Used: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Programming Language - C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331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Concepts Applied: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 - for organizing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Pointers - for linking nodes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 memory allocation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Functions for modular design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95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 Functionalities: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Add destination, Delete destination, Update details, Search destination and Display all records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4138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Code is simple, efficient, and easy to understand.</a:t>
            </a:r>
            <a:endParaRPr lang="en-US" sz="17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E4FC84-4BC1-453A-91FA-B1B8BE920D55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418" y="884992"/>
            <a:ext cx="4533186" cy="56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demo Output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59418" y="1741289"/>
            <a:ext cx="12511564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Sample Execution: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9418" y="2165271"/>
            <a:ext cx="12511564" cy="2972276"/>
          </a:xfrm>
          <a:prstGeom prst="roundRect">
            <a:avLst>
              <a:gd name="adj" fmla="val 5491"/>
            </a:avLst>
          </a:prstGeom>
          <a:solidFill>
            <a:srgbClr val="D8ECE5"/>
          </a:solidFill>
          <a:ln/>
        </p:spPr>
      </p:sp>
      <p:sp>
        <p:nvSpPr>
          <p:cNvPr id="5" name="Shape 3"/>
          <p:cNvSpPr/>
          <p:nvPr/>
        </p:nvSpPr>
        <p:spPr>
          <a:xfrm>
            <a:off x="1050369" y="2165271"/>
            <a:ext cx="12529661" cy="2972276"/>
          </a:xfrm>
          <a:prstGeom prst="roundRect">
            <a:avLst>
              <a:gd name="adj" fmla="val 915"/>
            </a:avLst>
          </a:prstGeom>
          <a:solidFill>
            <a:srgbClr val="D8ECE5"/>
          </a:solidFill>
          <a:ln/>
        </p:spPr>
      </p:sp>
      <p:sp>
        <p:nvSpPr>
          <p:cNvPr id="6" name="Text 4"/>
          <p:cNvSpPr/>
          <p:nvPr/>
        </p:nvSpPr>
        <p:spPr>
          <a:xfrm>
            <a:off x="1276945" y="2346484"/>
            <a:ext cx="12076509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 TOURISM APP ======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Node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Delete Node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Update Node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Search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Display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Suggest Destination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Exit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9418" y="5300543"/>
            <a:ext cx="12511564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 Flow: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9418" y="5724525"/>
            <a:ext cx="12511564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selects Add Node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Enters destination details (Ooty)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stores data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 shows all saved destinations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9418" y="7083623"/>
            <a:ext cx="12511564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instant feedback and easy interaction.</a:t>
            </a:r>
            <a:endParaRPr lang="en-US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9CB7AC-9005-6A5D-84B4-9CAC8EA00699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73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863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Successfully implemented a real-world application using Linked List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60437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Demonstrates: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CRUD operations, Dynamic memory usage and Modular programming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853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 Achievements: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Efficient data management, Easy user interaction and Practical use of data structures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662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bridges the gap between theory and real-world application.</a:t>
            </a:r>
            <a:endParaRPr lang="en-US" sz="175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153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64337"/>
            <a:ext cx="75564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file handling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permanent data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GUI-based application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travel APIs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sorting (budget-wise destinations)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Include </a:t>
            </a: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online booking system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6511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be upgraded into a full-fledged travel platform.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9ACB0A-4B8C-2BA7-3B72-06EE40F89823}"/>
              </a:ext>
            </a:extLst>
          </p:cNvPr>
          <p:cNvSpPr/>
          <p:nvPr/>
        </p:nvSpPr>
        <p:spPr>
          <a:xfrm>
            <a:off x="12823902" y="7794702"/>
            <a:ext cx="1672683" cy="27878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DSA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589</Words>
  <Application>Microsoft Office PowerPoint</Application>
  <PresentationFormat>Custom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Noto Serif SC Bold</vt:lpstr>
      <vt:lpstr>Geist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</dc:creator>
  <cp:lastModifiedBy>Ganesh Abhiram Ambatipudi</cp:lastModifiedBy>
  <cp:revision>4</cp:revision>
  <dcterms:created xsi:type="dcterms:W3CDTF">2026-04-07T05:24:19Z</dcterms:created>
  <dcterms:modified xsi:type="dcterms:W3CDTF">2026-04-28T04:17:31Z</dcterms:modified>
</cp:coreProperties>
</file>